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54864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57400"/>
            <a:ext cx="54864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54864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机器学习学习汇报（下）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微软雅黑"/>
                <a:ea typeface="微软雅黑"/>
              </a:rPr>
              <a:t>模型评估诊断调优 · 项目实战与部署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暑期培训 · 机器学习方向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2286000"/>
            <a:ext cx="9525" cy="2743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目录 /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评估指标全家桶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57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混淆矩阵 · P/R/F1 · ROC-AUC · PR-AUC · KS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100584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交叉验证与数据泄漏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063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KFold · StratifiedKFold · TimeSeriesSplit · 泄漏四大场景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0440"/>
            <a:ext cx="100584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675887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学习曲线与验证曲线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69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高偏差/高方差诊断 · 学习曲线 · 验证曲线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100584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817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调优与解释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074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Optuna贝叶斯调参 · 概率校准 · SHAP模型解释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32120"/>
            <a:ext cx="100584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B4D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6875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项目实战与部署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80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完整流程 · Joblib · FastAPI · Docker · 文档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阶段四：模型评估、诊断与调优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  <a:ea typeface="微软雅黑"/>
              </a:rPr>
              <a:t>混淆矩阵 · 核心指标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混淆矩阵（癌症筛查为例）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</a:tblGrid>
              <a:tr h="54864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预测：有病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预测：健康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4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实际：有病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TP 真阳性 ✅ 抓对了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FN 假阴性 ❌ 漏诊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4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实际：健康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FP 假阳性 ❌ 误诊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TN 真阴性 ✅ 放对了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四大核心指标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8288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828800"/>
                <a:gridCol w="731520"/>
              </a:tblGrid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公式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Accuracy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(TP+TN)/全部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整体猜对多少？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考试总分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Precision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TP/(TP+FP)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我说有病的里面多少是真的？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不乱冤枉人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Recall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TP/(TP+FN)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真患者里我揪出了多少？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不漏网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F1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P与R的调和平均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P和R的综合分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不偏科的综合成绩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  <a:ea typeface="微软雅黑"/>
              </a:rPr>
              <a:t>关键直觉：Precision 和 Recall 是跷跷板。调松→R涨P跌；调严→反过来。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为什么F1用调和平均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调和平均被短板狠狠拉低——P=100%、R=2%时普通平均还有51%，F1只有约4%，专治"瘸腿"模型。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指标速查表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539496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371600"/>
                <a:gridCol w="1371600"/>
                <a:gridCol w="5394960"/>
              </a:tblGrid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本质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依赖阈值？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不平衡适用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典型场景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Accuracy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整体猜对率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❌ 严重误导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均衡数据粗看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Precision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报警可信度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误报代价高（垃圾邮件）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Recall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抓全能力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漏报代价高（癌症、欺诈）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F1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P/R综合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不平衡但要单值总结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ROC-AUC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排序区分能力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⚠️ 虚高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均衡/中等不平衡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PR-AUC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少数派上的排序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✅✅ 首选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极端不平衡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17145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KS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两条累计曲线最大落差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金融风控评分卡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排序能力指标：ROC-AUC · PR-AUC · 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ROC-AUC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06240"/>
              </a:tblGrid>
              <a:tr h="402336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2336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ROC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阈值从1扫到0，画(真正例率, 假正例率)曲线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2336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AUC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ROC曲线下面积；AUC=0.5瞎猜，越接近1越好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2336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直觉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随机抽一正一负，模型把正的排更高的概率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02336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考试排名能力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PR-AUC：不平衡照妖镜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288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06240"/>
              </a:tblGrid>
              <a:tr h="5029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ROC横轴是假正例率，健康人基数大→误诊100个比例仍很小→曲线虚高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PR曲线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直接画Precision vs Recall，只盯着少数派看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选择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均衡→ROC-AUC；正样本极少（欺诈/癌症/违约）→PR-AUC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KS值：风控专用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3891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966960"/>
              </a:tblGrid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按模型分数排序，累计"抓到的患者比例"和"误伤的健康人比例"，两条曲线最大距离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筛金子——按含金量过筛，最好的时候能甩开沙子多远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经验值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KS&gt;0.3可用，&gt;0.4不错；&gt;0.5要警惕数据泄漏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  <a:ea typeface="微软雅黑"/>
              </a:rPr>
              <a:t>一句话：阈值变混淆矩阵变 → 需要不依赖阈值的排序能力指标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交叉验证的正确姿势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为什么需要交叉验证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留出法局限：一次估分运气成分大。K折：轮流考K次取平均 → 分数更稳、数据不浪费、能看波动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三种交叉验证对比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743200"/>
                <a:gridCol w="3108960"/>
              </a:tblGrid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切法核心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什么时候用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KFold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随机切K份轮流考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5份卷子轮着模考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回归问题默认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StratifiedKFold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每折类别比例配平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每组都是班级的缩影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分类问题默认，尤其不平衡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TimeSeriesSplit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只用过去预测未来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模拟炒股不能穿越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任何带时间顺序的数据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StratifiedKFold 解决什么问题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癌症筛查患者只占1%，随机切可能某折没患者→白考。分层分保证每折都是1%，和原始分布一致。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TimeSeriesSplit 解决什么问题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股价/销量/气温有时间顺序，随机切=用明天预测昨天→穿越作弊。永远只用过去预测未来。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数据泄漏专题：本阶段第一大坑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定义：训练中模型偷看到了本不该知道的信息 → 离线分数虚高，上线立刻翻车。不报错、不报警，给你虚假自信。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四大经典泄漏场景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3200400"/>
                <a:gridCol w="4206240"/>
              </a:tblGrid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泄漏场景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泄漏的信息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对策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全数据先预处理再划分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测试集的分布（均值/方差等）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预处理放进Pipeline，一切在CV内部发生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Target Encoding不做K折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测试集的y（答案）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编码嵌套进交叉验证（out-of-fold）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时序数据随机划分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未来的信息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TimeSeriesSplit，只用过去预测未来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特征含"答案的影子"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结果本身（事后产物）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问"预测时刻拿得到吗"，拿不到就删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泄漏自查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一句话总结：训练过程能接触到的任何信息，必须在真实预测时刻也能拿到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万能自查问题："我做这一步时，用到的数据里有没有混进考试时还不知道的东西？"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危险信号：分数好得反常（AUC 0.99、KS &gt; 0.5），先怀疑泄漏，再庆祝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标准解法：所有预处理塞进 Pipeline，cross_val_score(pipe, X, y, cv=5) 自动防泄漏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学习曲线：先诊断，再开药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高偏差 vs 高方差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389120"/>
                <a:gridCol w="5303520"/>
              </a:tblGrid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高偏差（欠拟合）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高方差（过拟合）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本质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模型太"笨"，规律没学到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模型太"轴"，连噪音都背下来了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训练集表现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❌ 差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 极好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验证集表现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❌ 差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❌ 差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健身类比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每天只散步，肌肉没刺激到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背下动作细节，换健身房就不会练了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考试类比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教材都没读懂，模考高考都砸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背下真题答案，新题全不会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药方方向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加特征、换复杂模型、减正则化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加数据、降复杂度、加正则化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微软雅黑"/>
                <a:ea typeface="微软雅黑"/>
              </a:rPr>
              <a:t>一句话：高偏差是"学不够"，高方差是"学死了"。两者药方完全相反 → 必须先诊断再动手。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判断口诀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两线都低 → 治笨（加容量）；两线分叉 → 治轴（加数据/降复杂度）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学习曲线 · 验证曲线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学习曲线 Learning Curve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横轴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训练数据量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纵轴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分数（训练分 + 验证分两条线）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回答问题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"再加数据/加特征，还有救吗？"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高偏差型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两线收敛在一起但都低 → 加数据没用，加容量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88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高方差型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训练分很高、验证分明显低，中间有鸿沟 → 加数据有效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9639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learning_curve()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验证曲线 Validation Curve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2880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横轴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某个超参数的取值（如max_depth、C）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纵轴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分数（训练分 + 验证分两条线）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回答问题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"这个旋钮拧到哪个位置最合适？"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左端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参数太保守 → 两线都低 → 欠拟合区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右端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参数太激进 → 训练分冲天、验证分掉头 → 过拟合区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甜蜜点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验证分峰值位置 → 该选的超参值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00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validation_curve()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52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两张曲线分工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  <a:ea typeface="微软雅黑"/>
              </a:rPr>
              <a:t>先看学习曲线定大方向 → 再看验证曲线微调旋钮；诊断错了，努力全废。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调优：Optuna 贝叶斯调参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三种调参方法对比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749039"/>
              </a:tblGrid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GridSearch 网格搜索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每个参数候选值排列组合，全部试一遍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参数一多组合爆炸：5参数各10值=10万次训练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RandomSearch 随机搜索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随机挑组合试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不爆炸了，但完全不长记性——烂区域反复踩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贝叶斯优化（Optuna）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每试一组更新猜想地图，下一组挑最可能有惊喜的试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需要合理设置搜索空间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Optuna 两大杀手锏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02336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3291840"/>
              </a:tblGrid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杀手锏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TPE采样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智能多试"高分区域"，少碰"烂区域"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调收音机：听到杂音强就知道电台在附近，细细微调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Pruning剪枝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某次试验中途明显很差就提前掐死，不浪费算力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厨师尝一口汤不行直接倒掉，不用做完再倒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实战工作流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① 画学习曲线诊断方向（高偏差/高方差）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② 大方向对了，画验证曲线逐个超参找甜蜜点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③ 最后用 Optuna 系统搜索（≥50 trials）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调参是最后一步不是第一步 —— 方向错了，调参白忙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概率校准：修好体重秤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模型擅长排序（谁比谁风险高），不擅长报数（准确的百分比）。像选秀评委：排名清楚，百分制乱打。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什么时候需要校准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834640"/>
              </a:tblGrid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场景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需要校准？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只按风险排名圈人、阈值一刀切、比赛只比AUC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❌ 只用排序，不用校准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银行按违约概率定利率、医院按患病概率定手术、保险定保费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✅ 数字直接换算成钱/人命，必须校准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两种校准方法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3832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743200"/>
                <a:gridCol w="2194560"/>
              </a:tblGrid>
              <a:tr h="4876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原理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76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Platt Scaling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假设偏差是S形，用逻辑回归拟合映射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体重秤固定多报5斤：装个"减5斤"弹簧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数据量少时稳（仅2参数，不易过拟合）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876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Isotonic Regression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不假设形状，只要求"分高真实概率不能更低"，拟合阶梯形曲线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老师傅逐刻度手工校秤，一格一格掰准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数据量大时更准（数据少容易学歪）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029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校准到什么程度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看校准曲线：预测概率分桶，画"预测vs真实"，大致贴住对角线即可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看ECE（期望校准误差）：各桶预测与真实差值加权平均，0.01~0.05内够用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最终标准是业务：偏差小到不影响决策质量就停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校准不会破坏排序能力——单调映射，不改排名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SHAP 模型解释：侦探分功劳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SHAP = SHapley Additive exPlanations，回答"这次预测里每个特征各出了多少力"。理论来源：博弈论沙普利值。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三大优点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优点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可解释到单次预测（局部）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"为什么这个客户被判违约"有直接答案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可加总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所有特征贡献 + 基准值 = 最终预测，账目严丝合缝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1148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可汇总看全局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几千样本贡献叠一起画summary图，看整体重要性和方向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两种常用图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49039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图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看什么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summary_plot（蜂群图）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特征重要性总排名 + 正负方向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模型整体靠哪些特征做判断？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2672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waterfall_plot（瀑布图）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单个样本的贡献分解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为什么这一个客户被判违约？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直觉类比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4人组队送外卖赚100元小费怎么分？试所有组合顺序，算每人"加入那一刻"平均多带来多少收入。不偏袒、可复算、加起来正好100元。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附加价值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126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/>
                <a:ea typeface="微软雅黑"/>
              </a:rPr>
              <a:t>兼作数据泄漏探测器：ID类特征排第一 = 警报（特征里混进了答案）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阶段四总结：诊断 → 调优 → 校准 → 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035040"/>
              </a:tblGrid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工具/方法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① 诊断方向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学习曲线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该加数据还是该换脑子？（高偏差/高方差）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② 系统调参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Optuna 贝叶斯优化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最优参数组合是什么？（≥50 trials）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③ 概率校准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Platt / Isotonic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输出概率可信吗？（拿数字做决策才需要）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④ 模型解释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SHAP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为什么这么预测？每个特征贡献多少？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完整工作流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▸  基线模型 → 学习曲线诊断（高偏差/高方差）→ 调整方向（加特征/加数据/调复杂度）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▸  → 验证曲线逐个超参找甜蜜点 → Optuna 系统搜索最优组合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▸  → 概率校准（需要的话） → SHAP 检查合理性 + 错误分析归因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▸  → 回流特征/数据迭代 → 一个能交代、能上线、能答辩的模型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阶段五：项目实战与部署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  <a:ea typeface="微软雅黑"/>
              </a:rPr>
              <a:t>完整项目流程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需求 → 数据 → 特征 → 模型 → 评估  |  类比开餐馆：定菜品→买食材→洗菜切配→下锅烹饪→试吃验收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3657600"/>
                <a:gridCol w="3291840"/>
              </a:tblGrid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流程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干什么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对应知识点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头号大坑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需求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把"人话"翻译成"机器话"：定y、定分类/回归、定指标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问题定义、评估指标选取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方向错，后面全白干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收集 → EDA体检 → 划分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EDA、缺失值插补、异常值、泄漏防护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泄漏——预处理必须进Pipeline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特征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把原料处理成"能下锅"的状态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编码、变换、构造、特征选择、Pipeline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只换模型不造特征（特征决定上限）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先基线打底，再升级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LR基线、RF、XGBoost、LightGBM、Stacking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盲目调参（调参是最后一步）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334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评估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打分 + 诊断 + 归因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混淆矩阵、AUC、交叉验证、学习曲线、错误分析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不平衡数据只看Accuracy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核心认知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  <a:ea typeface="微软雅黑"/>
              </a:rPr>
              <a:t>不是单向流水线，而是循环——评估结论会把你打回前面某一步，迭代几圈才收敛。上线后监控漂移，形成完整闭环。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模型优化与解释：调参 · SHAP · 错误分析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三件事回答三个问题：模型还能不能更好（调参）、为什么这么预测（SHAP）、在哪里会犯错（错误分析）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2743200"/>
                <a:gridCol w="3291840"/>
              </a:tblGrid>
              <a:tr h="5943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手段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核心思想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关键要点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Optuna调参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根据上次结果，聪明地选下一组参数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调洗澡水温，不是瞎拧每个刻度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诊断先行：学习曲线判方向；≥50 trials、固定random_state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SHAP解释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算每个特征对本次预测的贡献（可正可负）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团队分奖金：看你"在与不在"差多少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全局看summary蜂群图、局部看waterfall图；兼作泄漏探测器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错误分析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挑出错样本人工归因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学霸的错题本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三方向：特征不够→回特征工程；噪声/标注错→洗数据；边界模糊→接受天花板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基线 → 学习曲线诊断 → Optuna调参 → SHAP检查合理性 → 错误分析归因 → 回流特征/数据 → 再迭代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产出物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一页模型报告：指标 + 学习曲线 + SHAP图 + 错误样本分析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持久化与服务化：Joblib ·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微软雅黑"/>
                <a:ea typeface="微软雅黑"/>
              </a:rPr>
              <a:t>Joblib解决"模型怎么存"，FastAPI解决"别人怎么用"。训练=培养厨师，Joblib=冷冻手艺，FastAPI=开点餐窗口。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Joblib 持久化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035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核心两行：joblib.dump(model, "model.pkl") 存 / joblib.load 取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存的是整个Pipeline（预处理+模型打包），保证线上线下一致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▸  选Joblib而非Pickle：对大NumPy数组存取更快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FastAPI 服务化三零件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8288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731520"/>
              </a:tblGrid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零件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干什么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@app.post("/predict")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定义接口地址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点餐窗口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Pydantic模型 Input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校验JSON字段与类型，不合规返422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门口安检，脏数据进不了厨房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57200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返回 {"prediction": ...}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输出预测结果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出菜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完整链路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训练 → dump存Pipeline → API启动时load一次（常驻内存）→ 收JSON → Pydantic安检 → 转DataFrame → predict → 返回JSON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性能要点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46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/>
                <a:ea typeface="微软雅黑"/>
              </a:rPr>
              <a:t>模型在服务启动时load一次，不是每来一单才解冻——开门前备好菜，营业时只管炒。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附赠亮点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  <a:ea typeface="微软雅黑"/>
              </a:rPr>
              <a:t>访问 /docs 自动生成交互式文档页面，可现场试点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联调测试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126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  <a:ea typeface="微软雅黑"/>
              </a:rPr>
              <a:t>fastapi dev main.py 起服务 → curl / Postman发JSON → 核对返回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Docker容器化 · 项目文档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Docker：把整间厨房打包寄走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235440"/>
              </a:tblGrid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概念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解决痛点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"在我电脑上明明能跑啊！"——把代码+环境整体打包成集装箱，任何机器即用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三件套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Dockerfile（图纸）→ build → 镜像Image（样板房）→ run → 容器Container（营业中）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两条命令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docker build -t 名字 . 造镜像 → docker run -p 8000:8000 名字 起容器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438912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端口映射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大堂8000号窗口对应后厨8000号灶台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Dockerfile 六行骨架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1A1A1A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FROM python:3.10-slim        # 毛坯房：带Python的精简系统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WORKDIR /app                 # 进屋定工作目录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COPY requirements.txt .      # 先搬清单（利用构建缓存）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RUN pip install -r requirements.txt   # 按清单装修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COPY . .                     # 再搬家具（全部代码）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B4D8"/>
                </a:solidFill>
                <a:latin typeface="Consolas"/>
                <a:ea typeface="Consolas"/>
              </a:rPr>
              <a:t>CMD ["uvicorn", "main:app", "--host", "0.0.0.0", "--port", "8000"]  # 点火开业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README五要素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583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  <a:ea typeface="微软雅黑"/>
              </a:rPr>
              <a:t>项目说明 → 快速开始 → API示例 → 项目结构 → 模型性能（指标+SHAP图）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阶段五总结：从训练到交付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206240"/>
              </a:tblGrid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核心内容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产出/能力</a:t>
                      </a:r>
                    </a:p>
                  </a:txBody>
                  <a:tcPr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流程串讲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需求→数据→特征→模型→评估，循环迭代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完整项目地图，知道每步干什么、坑在哪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优化解释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Optuna调参 + SHAP解释 + 错误分析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模型打磨到最优，决策依据说得清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持久化服务化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Joblib存Pipeline + FastAPI接口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模型能被别人调用，不是躺在笔记本里</a:t>
                      </a:r>
                    </a:p>
                  </a:txBody>
                  <a:tcPr>
                    <a:solidFill>
                      <a:srgbClr val="0D0D0D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12064"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1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容器化文档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Docker打包 + README五要素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wrap="square" lIns="45720" rIns="45720" tIns="22860" bIns="22860" anchor="ctr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别人10分钟能复现，能写进简历</a:t>
                      </a:r>
                    </a:p>
                  </a:txBody>
                  <a:tcPr>
                    <a:solidFill>
                      <a:srgbClr val="00000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完整闭环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流程串讲（地图）→ 优化解释（打磨）→ 持久化+API（上线）→ Docker+文档（交付）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6B6B"/>
                </a:solidFill>
                <a:latin typeface="微软雅黑"/>
                <a:ea typeface="微软雅黑"/>
              </a:rPr>
              <a:t>= 一个能写进简历、能向面试官讲透的完整作品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机器学习全阶段总结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阶段一 基础原理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194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ML ⊃ NN ⊃ DL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监督有标签 / 无监督找结构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线性回归MSE / 逻辑回归交叉熵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KNN看邻居 / K-Means找中心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SVM最大间隔 / 核技巧升维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阶段二 树模型集成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011680"/>
            <a:ext cx="2194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决策树可解释但易过拟合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Bagging降方差（RF）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Boosting降偏差（GBDT/XGB）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LightGBM快 / CatBoost自动类别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Stacking元模型学组合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阶段三 特征工程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2194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EDA五步走验房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编码四法（Target必K折）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变换掰正分布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构造交互1+1&gt;2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Pipeline防泄漏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19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阶段四 评估调优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19" y="2011680"/>
            <a:ext cx="2194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混淆矩阵 + P/R/F1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ROC-AUC / PR-AUC / KS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K折/分层/时序交叉验证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学习曲线诊断偏差方差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Optuna调参 + SHAP解释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554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微软雅黑"/>
                <a:ea typeface="微软雅黑"/>
              </a:rPr>
              <a:t>阶段五 实战部署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2194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需求→数据→特征→模型→评估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基线→诊断→调参→解释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Joblib持久化Pipeline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FastAPI服务化接口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▸  Docker打包 + README文档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微软雅黑"/>
                <a:ea typeface="微软雅黑"/>
              </a:rPr>
              <a:t>特征决定上限，模型逼近上限；诊断先行，调参殿后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108960"/>
            <a:ext cx="210312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3154680"/>
            <a:ext cx="210312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952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暑期培训 · 机器学习方向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